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9"/>
  </p:notesMasterIdLst>
  <p:handoutMasterIdLst>
    <p:handoutMasterId r:id="rId20"/>
  </p:handoutMasterIdLst>
  <p:sldIdLst>
    <p:sldId id="1497" r:id="rId5"/>
    <p:sldId id="1514" r:id="rId6"/>
    <p:sldId id="1499" r:id="rId7"/>
    <p:sldId id="1515" r:id="rId8"/>
    <p:sldId id="1519" r:id="rId9"/>
    <p:sldId id="1522" r:id="rId10"/>
    <p:sldId id="1502" r:id="rId11"/>
    <p:sldId id="1524" r:id="rId12"/>
    <p:sldId id="1517" r:id="rId13"/>
    <p:sldId id="1525" r:id="rId14"/>
    <p:sldId id="1526" r:id="rId15"/>
    <p:sldId id="1528" r:id="rId16"/>
    <p:sldId id="1527" r:id="rId17"/>
    <p:sldId id="151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0091" autoAdjust="0"/>
  </p:normalViewPr>
  <p:slideViewPr>
    <p:cSldViewPr snapToGrid="0">
      <p:cViewPr varScale="1">
        <p:scale>
          <a:sx n="91" d="100"/>
          <a:sy n="91" d="100"/>
        </p:scale>
        <p:origin x="20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64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10/28/26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>
            <a:normAutofit/>
          </a:bodyPr>
          <a:lstStyle/>
          <a:p>
            <a:r>
              <a:rPr lang="en-US" sz="4800" dirty="0"/>
              <a:t>Portable </a:t>
            </a:r>
            <a:r>
              <a:rPr lang="en-US" sz="4800" dirty="0" err="1"/>
              <a:t>A.i</a:t>
            </a:r>
            <a:r>
              <a:rPr lang="en-US" sz="4800" dirty="0"/>
              <a:t> based distraction and drowsiness detection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rmAutofit/>
          </a:bodyPr>
          <a:lstStyle/>
          <a:p>
            <a:r>
              <a:rPr lang="en-US" dirty="0"/>
              <a:t>Presented by AUTONOMOUS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/>
          <a:lstStyle/>
          <a:p>
            <a:r>
              <a:rPr lang="en-US" dirty="0" err="1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8600"/>
            <a:ext cx="4366917" cy="35121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developed a portable, AI-powered driver monitoring system designed to detect driver drowsiness and distraction in real time. When the system identifies signs of reduced alertness or unsafe driving behavior, it makes a warning sound to warn the driver and encourage them to stay focused, helping improve road safety and reduce the risk of accidents</a:t>
            </a:r>
          </a:p>
          <a:p>
            <a:pPr marL="0" indent="0">
              <a:buNone/>
            </a:pPr>
            <a:r>
              <a:rPr lang="en-US" dirty="0"/>
              <a:t>And We are the team Autonomous. The founder of this system. </a:t>
            </a:r>
          </a:p>
        </p:txBody>
      </p:sp>
      <p:pic>
        <p:nvPicPr>
          <p:cNvPr id="15" name="Picture Placeholder 14" descr="A white object on a white surface">
            <a:extLst>
              <a:ext uri="{FF2B5EF4-FFF2-40B4-BE49-F238E27FC236}">
                <a16:creationId xmlns:a16="http://schemas.microsoft.com/office/drawing/2014/main" id="{7270AD1A-8F9F-BF9D-AE26-986ADE7EF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9422" y="333756"/>
            <a:ext cx="6086539" cy="6190488"/>
          </a:xfrm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 dirty="0"/>
              <a:t>Why we need to make this system?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C9C-AE86-D77D-2F74-8B39860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/>
          <a:lstStyle/>
          <a:p>
            <a:r>
              <a:rPr lang="en-US" dirty="0"/>
              <a:t>Of the accidents are caused due to</a:t>
            </a:r>
            <a:br>
              <a:rPr lang="en-US" dirty="0"/>
            </a:br>
            <a:r>
              <a:rPr lang="en-US" dirty="0"/>
              <a:t>driver inattention in 2024 secondary highway accidents in South Korea.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463-F531-1FC1-6826-167C367BDD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2960" y="1353387"/>
            <a:ext cx="10543032" cy="3273331"/>
          </a:xfrm>
        </p:spPr>
        <p:txBody>
          <a:bodyPr/>
          <a:lstStyle/>
          <a:p>
            <a:r>
              <a:rPr lang="en-US" dirty="0"/>
              <a:t>76%</a:t>
            </a:r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1822A-0836-9E0D-879B-D1A5DEEA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027 (1)(1)">
            <a:hlinkClick r:id="" action="ppaction://media"/>
            <a:extLst>
              <a:ext uri="{FF2B5EF4-FFF2-40B4-BE49-F238E27FC236}">
                <a16:creationId xmlns:a16="http://schemas.microsoft.com/office/drawing/2014/main" id="{C5F2FC53-E8B0-1476-607A-163FA25D3646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30430" y="991325"/>
            <a:ext cx="8729288" cy="4875350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525C11C-B76E-70A4-C132-EC1F510D2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00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7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F9534-3E7D-8F05-F49D-3F65121FF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158B-2AF4-B4BB-E17E-6F61177B5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8536" y="3567005"/>
            <a:ext cx="7525512" cy="1933310"/>
          </a:xfrm>
        </p:spPr>
        <p:txBody>
          <a:bodyPr>
            <a:normAutofit/>
          </a:bodyPr>
          <a:lstStyle/>
          <a:p>
            <a:r>
              <a:rPr lang="en-US" sz="4400" dirty="0"/>
              <a:t>Let’s look at the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0C023-5BBF-6D1C-2645-C7604699AD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4278" y="2436230"/>
            <a:ext cx="10550983" cy="695739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How our system works..</a:t>
            </a:r>
          </a:p>
        </p:txBody>
      </p:sp>
    </p:spTree>
    <p:extLst>
      <p:ext uri="{BB962C8B-B14F-4D97-AF65-F5344CB8AC3E}">
        <p14:creationId xmlns:p14="http://schemas.microsoft.com/office/powerpoint/2010/main" val="96377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782ED-DABB-9445-BDBA-D667CF999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64A68F2-339E-212A-4DB0-652EA3471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C6BEF3-C2BE-94B7-00A8-4261AB6A262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" b="4231"/>
          <a:stretch>
            <a:fillRect/>
          </a:stretch>
        </p:blipFill>
        <p:spPr>
          <a:xfrm>
            <a:off x="487018" y="392596"/>
            <a:ext cx="6917634" cy="593365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C904D6-78DC-7D49-C4E2-47EF6445D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7" r="9413" b="2"/>
          <a:stretch>
            <a:fillRect/>
          </a:stretch>
        </p:blipFill>
        <p:spPr>
          <a:xfrm>
            <a:off x="6382986" y="1837944"/>
            <a:ext cx="4572000" cy="2960270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32363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50B82E-314B-3065-B0ED-0E294E84D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F4216F4-6F71-3B9E-78FD-6CF96C5F7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93" y="248477"/>
            <a:ext cx="9952105" cy="636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26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37F9-300E-2331-6EBE-7570CE13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1606B6-6D13-EEC5-8384-6198429C6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63" y="329441"/>
            <a:ext cx="10211337" cy="528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34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4A83E-6BC6-F1A4-5E83-3D02EE00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F25F0D-F8D0-9E42-2D84-C77D7ADBA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69" y="200231"/>
            <a:ext cx="11270974" cy="634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62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18DD2-8D7D-CF4F-93C9-237F94A2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ACB758-5259-7945-BAD8-C64F6CCC2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2832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DA9D-7513-BF5C-D01D-9BF1F8E87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57" y="1172775"/>
            <a:ext cx="10465073" cy="1132258"/>
          </a:xfrm>
        </p:spPr>
        <p:txBody>
          <a:bodyPr/>
          <a:lstStyle/>
          <a:p>
            <a:r>
              <a:rPr lang="en-US" sz="4400" dirty="0"/>
              <a:t>Software</a:t>
            </a:r>
            <a:br>
              <a:rPr lang="en-US" sz="4400" dirty="0"/>
            </a:br>
            <a:r>
              <a:rPr lang="en-US" sz="4400" dirty="0"/>
              <a:t>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A5905-CD0E-3607-5BE1-C51D34AB8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373" y="4712403"/>
            <a:ext cx="12296014" cy="16397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2400" b="1" dirty="0"/>
          </a:p>
          <a:p>
            <a:r>
              <a:rPr lang="en-US" sz="2400" dirty="0"/>
              <a:t>Our system is currently under development and testing. We are using </a:t>
            </a:r>
            <a:r>
              <a:rPr lang="en-US" sz="2400" dirty="0" err="1"/>
              <a:t>DroidCam</a:t>
            </a:r>
            <a:r>
              <a:rPr lang="en-US" sz="2400" dirty="0"/>
              <a:t> to connect a mobile phone camera to the PC as a virtual camera for testing. However, we are currently facing an issue where the system cannot detect the camera properly. We are working to resolve this issue.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6FBF4-7DF1-4E4E-861E-7C556272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789" y="169884"/>
            <a:ext cx="7864258" cy="491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61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8" name="Picture Placeholder 17" descr="White objects on a white surface">
            <a:extLst>
              <a:ext uri="{FF2B5EF4-FFF2-40B4-BE49-F238E27FC236}">
                <a16:creationId xmlns:a16="http://schemas.microsoft.com/office/drawing/2014/main" id="{2DF43209-08B5-4410-CE46-63D3FC42015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140" y="333756"/>
            <a:ext cx="6226810" cy="6190488"/>
          </a:xfr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71af3243-3dd4-4a8d-8c0d-dd76da1f02a5"/>
    <ds:schemaRef ds:uri="http://schemas.microsoft.com/sharepoint/v3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230e9df3-be65-4c73-a93b-d1236ebd677e"/>
    <ds:schemaRef ds:uri="16c05727-aa75-4e4a-9b5f-8a80a1165891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{0A66469A-4CC2-4FA1-A6D3-A13B7D8F3E69}f4c2fa09-5552-4190-875c-1979579583e2-TFc553d604-a3b6-4c52-b2ed-3a769335c0fd_win32</Template>
  <TotalTime>665</TotalTime>
  <Words>188</Words>
  <Application>Microsoft Macintosh PowerPoint</Application>
  <PresentationFormat>Widescreen</PresentationFormat>
  <Paragraphs>16</Paragraphs>
  <Slides>14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Lora</vt:lpstr>
      <vt:lpstr>Playfair Display Black</vt:lpstr>
      <vt:lpstr>Poppins Light</vt:lpstr>
      <vt:lpstr>Arial</vt:lpstr>
      <vt:lpstr>Gradient Circle</vt:lpstr>
      <vt:lpstr>Portable A.i based distraction and drowsiness detection system</vt:lpstr>
      <vt:lpstr>INtroduction</vt:lpstr>
      <vt:lpstr>Why we need to make this system?</vt:lpstr>
      <vt:lpstr>Of the accidents are caused due to driver inattention in 2024 secondary highway accidents in South Korea.</vt:lpstr>
      <vt:lpstr>PowerPoint Presentation</vt:lpstr>
      <vt:lpstr>Let’s look at the picture</vt:lpstr>
      <vt:lpstr>PowerPoint Presentation</vt:lpstr>
      <vt:lpstr>PowerPoint Presentation</vt:lpstr>
      <vt:lpstr>  </vt:lpstr>
      <vt:lpstr>PowerPoint Presentation</vt:lpstr>
      <vt:lpstr>PowerPoint Presentation</vt:lpstr>
      <vt:lpstr>PowerPoint Presentation</vt:lpstr>
      <vt:lpstr>Software  status</vt:lpstr>
      <vt:lpstr>Q &amp; A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Portable A.i based distraction and drowsiness detection system</dc:title>
  <dc:creator>Suvm God</dc:creator>
  <cp:lastModifiedBy>Microsoft Office User</cp:lastModifiedBy>
  <cp:revision>7</cp:revision>
  <dcterms:created xsi:type="dcterms:W3CDTF">2026-10-27T07:29:35Z</dcterms:created>
  <dcterms:modified xsi:type="dcterms:W3CDTF">2026-10-27T19:50:27Z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